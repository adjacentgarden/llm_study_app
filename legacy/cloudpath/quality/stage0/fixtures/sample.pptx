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Cellular respiration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stage 0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ATP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Glycolysis occurs in the cytoplasm.</a:t>
            </a:r>
          </a:p>
          <a:p>
            <a:r>
              <a:t>The citric acid cycle occurs in mitochondria.</a:t>
            </a:r>
          </a:p>
        </p:txBody>
      </p:sp>
      <p:pic>
        <p:nvPicPr>
          <p:cNvPr id="4" name="Picture 3" descr="sour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biology slides</dc:title>
  <dc:subject/>
  <dc:creator>CloudPath synthetic fixture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